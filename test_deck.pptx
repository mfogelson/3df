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odel3d1.glb" ContentType="model/gltf-binary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microsoft.com/office/2017/06/relationships/model3d" Target="../media/model3d1.glb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deployment</a:t>
            </a:r>
          </a:p>
        </p:txBody>
      </p:sp>
      <p:pic>
        <p:nvPicPr>
          <p:cNvPr id="3" name="Picture 2" descr="deplo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0" y="1980000"/>
            <a:ext cx="7920000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Truss model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" name="3D Model 1" descr="Four-bay truss"/>
              <p:cNvGraphicFramePr/>
              <p:nvPr/>
            </p:nvGraphicFramePr>
            <p:xfrm>
              <a:off x="1440000" y="1800000"/>
              <a:ext cx="9360000" cy="4680000"/>
            </p:xfrm>
            <a:graphic>
              <a:graphicData uri="http://schemas.microsoft.com/office/drawing/2017/model3d">
                <am3d:model3d r:embed="rId3"/>
              </a:graphicData>
            </a:graphic>
          </p:graphicFrame>
        </mc:Choice>
        <mc:Fallback>
          <p:pic>
            <p:nvPicPr>
              <p:cNvPr id="3" name="Picture 2" descr="truss_fallback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40000" y="1800000"/>
                <a:ext cx="9360000" cy="468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Grouped GIF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80000" y="2160000"/>
            <a:ext cx="9720000" cy="2160000"/>
            <a:chOff x="1080000" y="2160000"/>
            <a:chExt cx="9720000" cy="2160000"/>
          </a:xfrm>
        </p:grpSpPr>
        <p:pic>
          <p:nvPicPr>
            <p:cNvPr id="4" name="Picture 3" descr="deploy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0000" y="2160000"/>
              <a:ext cx="4320000" cy="2160000"/>
            </a:xfrm>
            <a:prstGeom prst="rect">
              <a:avLst/>
            </a:prstGeom>
          </p:spPr>
        </p:pic>
        <p:pic>
          <p:nvPicPr>
            <p:cNvPr id="5" name="Picture 4" descr="deploy_fallbac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0000" y="2160000"/>
              <a:ext cx="4320000" cy="2160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Rotated GIF</a:t>
            </a:r>
          </a:p>
        </p:txBody>
      </p:sp>
      <p:pic>
        <p:nvPicPr>
          <p:cNvPr id="3" name="Picture 2" descr="deplo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0">
            <a:off x="2880000" y="2160000"/>
            <a:ext cx="5760000" cy="28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